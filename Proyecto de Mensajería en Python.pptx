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Proyecto de Mensajería en Python</a:t>
            </a:r>
            <a:br>
              <a:rPr lang="en-US" altLang="en-US" dirty="0"/>
            </a:br>
            <a:endParaRPr lang="en-US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altLang="en-US"/>
              <a:t>Autor: Juan Pablo Alonso</a:t>
            </a:r>
            <a:endParaRPr lang="en-US" altLang="en-US"/>
          </a:p>
          <a:p>
            <a:r>
              <a:rPr lang="en-US" altLang="en-US"/>
              <a:t>Interfaz gráfica con Tkinter – Bandeja de entrada – Envío de mensajes</a:t>
            </a:r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Objetivo del Proyecto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r>
              <a:rPr lang="en-US" altLang="en-US" sz="1400"/>
              <a:t>Desarrollar un sistema de mensajería simple con interfaz gráfica.</a:t>
            </a:r>
            <a:endParaRPr lang="en-US" altLang="en-US" sz="1400"/>
          </a:p>
          <a:p>
            <a:endParaRPr lang="en-US" altLang="en-US" sz="1400"/>
          </a:p>
          <a:p>
            <a:r>
              <a:rPr lang="en-US" altLang="en-US" sz="1400"/>
              <a:t>Funciones principales:</a:t>
            </a:r>
            <a:endParaRPr lang="en-US" altLang="en-US" sz="1400"/>
          </a:p>
          <a:p>
            <a:endParaRPr lang="en-US" altLang="en-US" sz="1400"/>
          </a:p>
          <a:p>
            <a:r>
              <a:rPr lang="en-US" altLang="en-US" sz="1400"/>
              <a:t>Crear usuarios</a:t>
            </a:r>
            <a:endParaRPr lang="en-US" altLang="en-US" sz="1400"/>
          </a:p>
          <a:p>
            <a:endParaRPr lang="en-US" altLang="en-US" sz="1400"/>
          </a:p>
          <a:p>
            <a:r>
              <a:rPr lang="en-US" altLang="en-US" sz="1400"/>
              <a:t>Iniciar sesión</a:t>
            </a:r>
            <a:endParaRPr lang="en-US" altLang="en-US" sz="1400"/>
          </a:p>
          <a:p>
            <a:endParaRPr lang="en-US" altLang="en-US" sz="1400"/>
          </a:p>
          <a:p>
            <a:r>
              <a:rPr lang="en-US" altLang="en-US" sz="1400"/>
              <a:t>Enviar mensajes</a:t>
            </a:r>
            <a:endParaRPr lang="en-US" altLang="en-US" sz="1400"/>
          </a:p>
          <a:p>
            <a:endParaRPr lang="en-US" altLang="en-US" sz="1400"/>
          </a:p>
          <a:p>
            <a:r>
              <a:rPr lang="en-US" altLang="en-US" sz="1400"/>
              <a:t>Recibir mensajes</a:t>
            </a:r>
            <a:endParaRPr lang="en-US" altLang="en-US" sz="1400"/>
          </a:p>
          <a:p>
            <a:endParaRPr lang="en-US" altLang="en-US" sz="1400"/>
          </a:p>
          <a:p>
            <a:r>
              <a:rPr lang="en-US" altLang="en-US" sz="1400"/>
              <a:t>Refrescar bandeja en tiempo real</a:t>
            </a:r>
            <a:endParaRPr lang="en-US" altLang="en-US" sz="1400"/>
          </a:p>
          <a:p>
            <a:endParaRPr lang="en-US" altLang="en-US" sz="1400"/>
          </a:p>
          <a:p>
            <a:r>
              <a:rPr lang="en-US" altLang="en-US" sz="1400"/>
              <a:t>Navegar por múltiples ventanas</a:t>
            </a:r>
            <a:endParaRPr lang="en-US" altLang="en-US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¿Qué problemas resuelve?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r>
              <a:rPr lang="en-US" altLang="en-US" sz="2000"/>
              <a:t>Este proyecto busca simular un sistema básico de correo interno:</a:t>
            </a:r>
            <a:endParaRPr lang="en-US" altLang="en-US" sz="2000"/>
          </a:p>
          <a:p>
            <a:endParaRPr lang="en-US" altLang="en-US" sz="2000"/>
          </a:p>
          <a:p>
            <a:r>
              <a:rPr lang="en-US" altLang="en-US" sz="2000"/>
              <a:t>Comunicación entre usuarios registrados</a:t>
            </a:r>
            <a:endParaRPr lang="en-US" altLang="en-US" sz="2000"/>
          </a:p>
          <a:p>
            <a:endParaRPr lang="en-US" altLang="en-US" sz="2000"/>
          </a:p>
          <a:p>
            <a:r>
              <a:rPr lang="en-US" altLang="en-US" sz="2000"/>
              <a:t>Gestión individual de bandejas de entrada</a:t>
            </a:r>
            <a:endParaRPr lang="en-US" altLang="en-US" sz="2000"/>
          </a:p>
          <a:p>
            <a:endParaRPr lang="en-US" altLang="en-US" sz="2000"/>
          </a:p>
          <a:p>
            <a:r>
              <a:rPr lang="en-US" altLang="en-US" sz="2000"/>
              <a:t>Interfaz amigable</a:t>
            </a:r>
            <a:endParaRPr lang="en-US" altLang="en-US" sz="2000"/>
          </a:p>
          <a:p>
            <a:endParaRPr lang="en-US" altLang="en-US" sz="2000"/>
          </a:p>
          <a:p>
            <a:r>
              <a:rPr lang="en-US" altLang="en-US" sz="2000"/>
              <a:t>Estructura modular (clases separadas)</a:t>
            </a:r>
            <a:endParaRPr lang="en-US" altLang="en-US" sz="2000"/>
          </a:p>
          <a:p>
            <a:endParaRPr lang="en-US" altLang="en-US" sz="2000"/>
          </a:p>
          <a:p>
            <a:r>
              <a:rPr lang="en-US" altLang="en-US" sz="2000"/>
              <a:t>Permite practicar POO + GUI + manejo de estructuras de datos.</a:t>
            </a:r>
            <a:endParaRPr lang="en-US" altLang="en-US"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Arquitectura General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r>
              <a:rPr lang="en-US" altLang="en-US" sz="1800"/>
              <a:t>Componentes principales del sistema:</a:t>
            </a:r>
            <a:endParaRPr lang="en-US" altLang="en-US" sz="1800"/>
          </a:p>
          <a:p>
            <a:endParaRPr lang="en-US" altLang="en-US" sz="1800"/>
          </a:p>
          <a:p>
            <a:r>
              <a:rPr lang="en-US" altLang="en-US" sz="1800"/>
              <a:t>persona – Representa un usuario</a:t>
            </a:r>
            <a:endParaRPr lang="en-US" altLang="en-US" sz="1800"/>
          </a:p>
          <a:p>
            <a:endParaRPr lang="en-US" altLang="en-US" sz="1800"/>
          </a:p>
          <a:p>
            <a:r>
              <a:rPr lang="en-US" altLang="en-US" sz="1800"/>
              <a:t>mensaje – Objeto mensaje individual</a:t>
            </a:r>
            <a:endParaRPr lang="en-US" altLang="en-US" sz="1800"/>
          </a:p>
          <a:p>
            <a:endParaRPr lang="en-US" altLang="en-US" sz="1800"/>
          </a:p>
          <a:p>
            <a:r>
              <a:rPr lang="en-US" altLang="en-US" sz="1800"/>
              <a:t>BandejaEntrada – Administra mensajes de cada usuario</a:t>
            </a:r>
            <a:endParaRPr lang="en-US" altLang="en-US" sz="1800"/>
          </a:p>
          <a:p>
            <a:endParaRPr lang="en-US" altLang="en-US" sz="1800"/>
          </a:p>
          <a:p>
            <a:r>
              <a:rPr lang="en-US" altLang="en-US" sz="1800"/>
              <a:t>Enviar_mensaje – Lógica de envío</a:t>
            </a:r>
            <a:endParaRPr lang="en-US" altLang="en-US" sz="1800"/>
          </a:p>
          <a:p>
            <a:endParaRPr lang="en-US" altLang="en-US" sz="1800"/>
          </a:p>
          <a:p>
            <a:r>
              <a:rPr lang="en-US" altLang="en-US" sz="1800"/>
              <a:t>Tkinter GUI – Ventanas, botones y navegación</a:t>
            </a:r>
            <a:endParaRPr lang="en-US" altLang="en-US" sz="1800"/>
          </a:p>
          <a:p>
            <a:endParaRPr lang="en-US" altLang="en-US" sz="1800"/>
          </a:p>
          <a:p>
            <a:r>
              <a:rPr lang="en-US" altLang="en-US" sz="1800"/>
              <a:t>Diccionario global usuarios – Base de datos en memoria</a:t>
            </a:r>
            <a:endParaRPr lang="en-US" altLang="en-US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Clase persona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r>
              <a:rPr lang="en-US" altLang="en-US" sz="1800"/>
              <a:t>Responsabilidad:</a:t>
            </a:r>
            <a:endParaRPr lang="en-US" altLang="en-US" sz="1800"/>
          </a:p>
          <a:p>
            <a:r>
              <a:rPr lang="en-US" altLang="en-US" sz="1800"/>
              <a:t>Representa un usuario del sistema.</a:t>
            </a:r>
            <a:endParaRPr lang="en-US" altLang="en-US" sz="1800"/>
          </a:p>
          <a:p>
            <a:endParaRPr lang="en-US" altLang="en-US" sz="1800"/>
          </a:p>
          <a:p>
            <a:r>
              <a:rPr lang="en-US" altLang="en-US" sz="1800"/>
              <a:t>Atributos:</a:t>
            </a:r>
            <a:endParaRPr lang="en-US" altLang="en-US" sz="1800"/>
          </a:p>
          <a:p>
            <a:endParaRPr lang="en-US" altLang="en-US" sz="1800"/>
          </a:p>
          <a:p>
            <a:r>
              <a:rPr lang="en-US" altLang="en-US" sz="1800"/>
              <a:t>nombre</a:t>
            </a:r>
            <a:endParaRPr lang="en-US" altLang="en-US" sz="1800"/>
          </a:p>
          <a:p>
            <a:endParaRPr lang="en-US" altLang="en-US" sz="1800"/>
          </a:p>
          <a:p>
            <a:r>
              <a:rPr lang="en-US" altLang="en-US" sz="1800"/>
              <a:t>mail</a:t>
            </a:r>
            <a:endParaRPr lang="en-US" altLang="en-US" sz="1800"/>
          </a:p>
          <a:p>
            <a:endParaRPr lang="en-US" altLang="en-US" sz="1800"/>
          </a:p>
          <a:p>
            <a:r>
              <a:rPr lang="en-US" altLang="en-US" sz="1800"/>
              <a:t>bandeja_entrada (objeto BandejaEntrada)</a:t>
            </a:r>
            <a:endParaRPr lang="en-US" altLang="en-US" sz="1800"/>
          </a:p>
          <a:p>
            <a:endParaRPr lang="en-US" altLang="en-US" sz="1800"/>
          </a:p>
          <a:p>
            <a:r>
              <a:rPr lang="en-US" altLang="en-US" sz="1800"/>
              <a:t>Importancia:</a:t>
            </a:r>
            <a:endParaRPr lang="en-US" altLang="en-US" sz="1800"/>
          </a:p>
          <a:p>
            <a:r>
              <a:rPr lang="en-US" altLang="en-US" sz="1800"/>
              <a:t>Es el nodo central del sistema; cada usuario mantiene su propia lista de mensajes.</a:t>
            </a:r>
            <a:endParaRPr lang="en-US" altLang="en-US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Clase mensaje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r>
              <a:rPr lang="en-US" altLang="en-US" sz="2000"/>
              <a:t>Atributos:</a:t>
            </a:r>
            <a:endParaRPr lang="en-US" altLang="en-US" sz="2000"/>
          </a:p>
          <a:p>
            <a:endParaRPr lang="en-US" altLang="en-US" sz="2000"/>
          </a:p>
          <a:p>
            <a:r>
              <a:rPr lang="en-US" altLang="en-US" sz="2000"/>
              <a:t>remitente</a:t>
            </a:r>
            <a:endParaRPr lang="en-US" altLang="en-US" sz="2000"/>
          </a:p>
          <a:p>
            <a:endParaRPr lang="en-US" altLang="en-US" sz="2000"/>
          </a:p>
          <a:p>
            <a:r>
              <a:rPr lang="en-US" altLang="en-US" sz="2000"/>
              <a:t>destinatario</a:t>
            </a:r>
            <a:endParaRPr lang="en-US" altLang="en-US" sz="2000"/>
          </a:p>
          <a:p>
            <a:endParaRPr lang="en-US" altLang="en-US" sz="2000"/>
          </a:p>
          <a:p>
            <a:r>
              <a:rPr lang="en-US" altLang="en-US" sz="2000"/>
              <a:t>asunto</a:t>
            </a:r>
            <a:endParaRPr lang="en-US" altLang="en-US" sz="2000"/>
          </a:p>
          <a:p>
            <a:endParaRPr lang="en-US" altLang="en-US" sz="2000"/>
          </a:p>
          <a:p>
            <a:r>
              <a:rPr lang="en-US" altLang="en-US" sz="2000"/>
              <a:t>cuerpo</a:t>
            </a:r>
            <a:endParaRPr lang="en-US" altLang="en-US" sz="2000"/>
          </a:p>
          <a:p>
            <a:endParaRPr lang="en-US" altLang="en-US" sz="2000"/>
          </a:p>
          <a:p>
            <a:r>
              <a:rPr lang="en-US" altLang="en-US" sz="2000"/>
              <a:t>Uso:</a:t>
            </a:r>
            <a:endParaRPr lang="en-US" altLang="en-US" sz="2000"/>
          </a:p>
          <a:p>
            <a:r>
              <a:rPr lang="en-US" altLang="en-US" sz="2000"/>
              <a:t>Cada vez que se envía un mensaje, se crea un objeto de esta clase.</a:t>
            </a:r>
            <a:endParaRPr lang="en-US" altLang="en-US"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Clase BandejaEntrada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r>
              <a:rPr lang="en-US" altLang="en-US" sz="1000"/>
              <a:t>Encargada de administrar los mensajes de cada usuario.</a:t>
            </a:r>
            <a:endParaRPr lang="en-US" altLang="en-US" sz="1000"/>
          </a:p>
          <a:p>
            <a:endParaRPr lang="en-US" altLang="en-US" sz="1000"/>
          </a:p>
          <a:p>
            <a:r>
              <a:rPr lang="en-US" altLang="en-US" sz="1000"/>
              <a:t>Métodos:</a:t>
            </a:r>
            <a:endParaRPr lang="en-US" altLang="en-US" sz="1000"/>
          </a:p>
          <a:p>
            <a:endParaRPr lang="en-US" altLang="en-US" sz="1000"/>
          </a:p>
          <a:p>
            <a:r>
              <a:rPr lang="en-US" altLang="en-US" sz="1000"/>
              <a:t>agregar_mensaje(m)</a:t>
            </a:r>
            <a:endParaRPr lang="en-US" altLang="en-US" sz="1000"/>
          </a:p>
          <a:p>
            <a:endParaRPr lang="en-US" altLang="en-US" sz="1000"/>
          </a:p>
          <a:p>
            <a:r>
              <a:rPr lang="en-US" altLang="en-US" sz="1000"/>
              <a:t>ver_todos()</a:t>
            </a:r>
            <a:endParaRPr lang="en-US" altLang="en-US" sz="1000"/>
          </a:p>
          <a:p>
            <a:endParaRPr lang="en-US" altLang="en-US" sz="1000"/>
          </a:p>
          <a:p>
            <a:r>
              <a:rPr lang="en-US" altLang="en-US" sz="1000"/>
              <a:t>__len__()</a:t>
            </a:r>
            <a:endParaRPr lang="en-US" altLang="en-US" sz="1000"/>
          </a:p>
          <a:p>
            <a:endParaRPr lang="en-US" altLang="en-US" sz="1000"/>
          </a:p>
          <a:p>
            <a:r>
              <a:rPr lang="en-US" altLang="en-US" sz="1000"/>
              <a:t>__getitem__()</a:t>
            </a:r>
            <a:endParaRPr lang="en-US" altLang="en-US" sz="1000"/>
          </a:p>
          <a:p>
            <a:endParaRPr lang="en-US" altLang="en-US" sz="1000"/>
          </a:p>
          <a:p>
            <a:r>
              <a:rPr lang="en-US" altLang="en-US" sz="1000"/>
              <a:t>Esencial para:</a:t>
            </a:r>
            <a:endParaRPr lang="en-US" altLang="en-US" sz="1000"/>
          </a:p>
          <a:p>
            <a:endParaRPr lang="en-US" altLang="en-US" sz="1000"/>
          </a:p>
          <a:p>
            <a:r>
              <a:rPr lang="en-US" altLang="en-US" sz="1000"/>
              <a:t>Mostrar mensajes en la interfaz</a:t>
            </a:r>
            <a:endParaRPr lang="en-US" altLang="en-US" sz="1000"/>
          </a:p>
          <a:p>
            <a:endParaRPr lang="en-US" altLang="en-US" sz="1000"/>
          </a:p>
          <a:p>
            <a:r>
              <a:rPr lang="en-US" altLang="en-US" sz="1000"/>
              <a:t>Organizar la información del usuario</a:t>
            </a:r>
            <a:endParaRPr lang="en-US" altLang="en-US" sz="1000"/>
          </a:p>
          <a:p>
            <a:endParaRPr lang="en-US" altLang="en-US" sz="1000"/>
          </a:p>
          <a:p>
            <a:r>
              <a:rPr lang="en-US" altLang="en-US" sz="1000"/>
              <a:t>Permitir escalabilidad futura (buscar, borrar, mover, etc.)</a:t>
            </a:r>
            <a:endParaRPr lang="en-US" altLang="en-US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Clase Enviar_mensaje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en-US"/>
              <a:t>Encapsula la lógica de envío y validación: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Verifica si el destinatario existe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Crea un objeto mensaje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Lo guarda en la bandeja del usuario destino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Devuelve confirmación a la interfaz</a:t>
            </a:r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Estructura de Datos Global: usuarios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Diccionario que actúa como base de datos: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usuarios = {</a:t>
            </a:r>
            <a:endParaRPr lang="en-US" altLang="en-US"/>
          </a:p>
          <a:p>
            <a:r>
              <a:rPr lang="en-US" altLang="en-US"/>
              <a:t>    "mail1@gmail.com": persona1,</a:t>
            </a:r>
            <a:endParaRPr lang="en-US" altLang="en-US"/>
          </a:p>
          <a:p>
            <a:r>
              <a:rPr lang="en-US" altLang="en-US"/>
              <a:t>    "mail2@gmail.com": persona2,</a:t>
            </a:r>
            <a:endParaRPr lang="en-US" altLang="en-US"/>
          </a:p>
          <a:p>
            <a:r>
              <a:rPr lang="en-US" altLang="en-US"/>
              <a:t>    ...</a:t>
            </a:r>
            <a:endParaRPr lang="en-US" altLang="en-US"/>
          </a:p>
          <a:p>
            <a:r>
              <a:rPr lang="en-US" altLang="en-US"/>
              <a:t>}</a:t>
            </a:r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Interfaz Gráfica (Tkinter)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r>
              <a:rPr lang="en-US" altLang="en-US" sz="1200"/>
              <a:t>Características:</a:t>
            </a:r>
            <a:endParaRPr lang="en-US" altLang="en-US" sz="1200"/>
          </a:p>
          <a:p>
            <a:endParaRPr lang="en-US" altLang="en-US" sz="1200"/>
          </a:p>
          <a:p>
            <a:r>
              <a:rPr lang="en-US" altLang="en-US" sz="1200"/>
              <a:t>Ventana principal</a:t>
            </a:r>
            <a:endParaRPr lang="en-US" altLang="en-US" sz="1200"/>
          </a:p>
          <a:p>
            <a:endParaRPr lang="en-US" altLang="en-US" sz="1200"/>
          </a:p>
          <a:p>
            <a:r>
              <a:rPr lang="en-US" altLang="en-US" sz="1200"/>
              <a:t>Lista de usuarios existentes</a:t>
            </a:r>
            <a:endParaRPr lang="en-US" altLang="en-US" sz="1200"/>
          </a:p>
          <a:p>
            <a:endParaRPr lang="en-US" altLang="en-US" sz="1200"/>
          </a:p>
          <a:p>
            <a:r>
              <a:rPr lang="en-US" altLang="en-US" sz="1200"/>
              <a:t>Creación de usuarios</a:t>
            </a:r>
            <a:endParaRPr lang="en-US" altLang="en-US" sz="1200"/>
          </a:p>
          <a:p>
            <a:endParaRPr lang="en-US" altLang="en-US" sz="1200"/>
          </a:p>
          <a:p>
            <a:r>
              <a:rPr lang="en-US" altLang="en-US" sz="1200"/>
              <a:t>Inicio de sesión manual o mediante selección</a:t>
            </a:r>
            <a:endParaRPr lang="en-US" altLang="en-US" sz="1200"/>
          </a:p>
          <a:p>
            <a:endParaRPr lang="en-US" altLang="en-US" sz="1200"/>
          </a:p>
          <a:p>
            <a:r>
              <a:rPr lang="en-US" altLang="en-US" sz="1200"/>
              <a:t>Ventanas independientes por usuario</a:t>
            </a:r>
            <a:endParaRPr lang="en-US" altLang="en-US" sz="1200"/>
          </a:p>
          <a:p>
            <a:endParaRPr lang="en-US" altLang="en-US" sz="1200"/>
          </a:p>
          <a:p>
            <a:r>
              <a:rPr lang="en-US" altLang="en-US" sz="1200"/>
              <a:t>Scroll para bandeja</a:t>
            </a:r>
            <a:endParaRPr lang="en-US" altLang="en-US" sz="1200"/>
          </a:p>
          <a:p>
            <a:endParaRPr lang="en-US" altLang="en-US" sz="1200"/>
          </a:p>
          <a:p>
            <a:r>
              <a:rPr lang="en-US" altLang="en-US" sz="1200"/>
              <a:t>Botón para refrescar mensajes</a:t>
            </a:r>
            <a:endParaRPr lang="en-US" altLang="en-US" sz="1200"/>
          </a:p>
          <a:p>
            <a:endParaRPr lang="en-US" altLang="en-US" sz="1200"/>
          </a:p>
          <a:p>
            <a:r>
              <a:rPr lang="en-US" altLang="en-US" sz="1200"/>
              <a:t>Envío de mensajes desde la ventana del usuario</a:t>
            </a:r>
            <a:endParaRPr lang="en-US" altLang="en-US" sz="1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Flujo del Sistema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r>
              <a:rPr lang="en-US" altLang="en-US" sz="1800"/>
              <a:t>Usuario se registra</a:t>
            </a:r>
            <a:endParaRPr lang="en-US" altLang="en-US" sz="1800"/>
          </a:p>
          <a:p>
            <a:endParaRPr lang="en-US" altLang="en-US" sz="1800"/>
          </a:p>
          <a:p>
            <a:r>
              <a:rPr lang="en-US" altLang="en-US" sz="1800"/>
              <a:t>Aparece en el Listbox</a:t>
            </a:r>
            <a:endParaRPr lang="en-US" altLang="en-US" sz="1800"/>
          </a:p>
          <a:p>
            <a:endParaRPr lang="en-US" altLang="en-US" sz="1800"/>
          </a:p>
          <a:p>
            <a:r>
              <a:rPr lang="en-US" altLang="en-US" sz="1800"/>
              <a:t>Inicia sesión</a:t>
            </a:r>
            <a:endParaRPr lang="en-US" altLang="en-US" sz="1800"/>
          </a:p>
          <a:p>
            <a:endParaRPr lang="en-US" altLang="en-US" sz="1800"/>
          </a:p>
          <a:p>
            <a:r>
              <a:rPr lang="en-US" altLang="en-US" sz="1800"/>
              <a:t>Se abre su ventana personal</a:t>
            </a:r>
            <a:endParaRPr lang="en-US" altLang="en-US" sz="1800"/>
          </a:p>
          <a:p>
            <a:endParaRPr lang="en-US" altLang="en-US" sz="1800"/>
          </a:p>
          <a:p>
            <a:r>
              <a:rPr lang="en-US" altLang="en-US" sz="1800"/>
              <a:t>Envía mensajes a otros usuarios</a:t>
            </a:r>
            <a:endParaRPr lang="en-US" altLang="en-US" sz="1800"/>
          </a:p>
          <a:p>
            <a:endParaRPr lang="en-US" altLang="en-US" sz="1800"/>
          </a:p>
          <a:p>
            <a:r>
              <a:rPr lang="en-US" altLang="en-US" sz="1800"/>
              <a:t>Reciben el mensaje en su bandeja</a:t>
            </a:r>
            <a:endParaRPr lang="en-US" altLang="en-US" sz="1800"/>
          </a:p>
          <a:p>
            <a:endParaRPr lang="en-US" altLang="en-US" sz="1800"/>
          </a:p>
          <a:p>
            <a:r>
              <a:rPr lang="en-US" altLang="en-US" sz="1800"/>
              <a:t>Refrescar actualiza la vista</a:t>
            </a:r>
            <a:endParaRPr lang="en-US" altLang="en-US"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Ejemplo de Envío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r>
              <a:rPr lang="es-ES" altLang="en-US" sz="1200"/>
              <a:t>1) </a:t>
            </a:r>
            <a:r>
              <a:rPr lang="en-US" altLang="en-US" sz="1200"/>
              <a:t>Usuario A abre su ventana</a:t>
            </a:r>
            <a:endParaRPr lang="en-US" altLang="en-US" sz="1200"/>
          </a:p>
          <a:p>
            <a:endParaRPr lang="en-US" altLang="en-US" sz="1200"/>
          </a:p>
          <a:p>
            <a:r>
              <a:rPr lang="es-ES" altLang="en-US" sz="1200"/>
              <a:t>2) </a:t>
            </a:r>
            <a:r>
              <a:rPr lang="en-US" altLang="en-US" sz="1200"/>
              <a:t>Completa</a:t>
            </a:r>
            <a:endParaRPr lang="en-US" altLang="en-US" sz="1200"/>
          </a:p>
          <a:p>
            <a:endParaRPr lang="en-US" altLang="en-US" sz="1200"/>
          </a:p>
          <a:p>
            <a:r>
              <a:rPr lang="en-US" altLang="en-US" sz="1200"/>
              <a:t>Destinatario</a:t>
            </a:r>
            <a:endParaRPr lang="en-US" altLang="en-US" sz="1200"/>
          </a:p>
          <a:p>
            <a:endParaRPr lang="en-US" altLang="en-US" sz="1200"/>
          </a:p>
          <a:p>
            <a:r>
              <a:rPr lang="en-US" altLang="en-US" sz="1200"/>
              <a:t>Asunto</a:t>
            </a:r>
            <a:endParaRPr lang="en-US" altLang="en-US" sz="1200"/>
          </a:p>
          <a:p>
            <a:endParaRPr lang="en-US" altLang="en-US" sz="1200"/>
          </a:p>
          <a:p>
            <a:r>
              <a:rPr lang="en-US" altLang="en-US" sz="1200"/>
              <a:t>Cuerpo</a:t>
            </a:r>
            <a:endParaRPr lang="en-US" altLang="en-US" sz="1200"/>
          </a:p>
          <a:p>
            <a:endParaRPr lang="en-US" altLang="en-US" sz="1200"/>
          </a:p>
          <a:p>
            <a:r>
              <a:rPr lang="es-ES" altLang="en-US" sz="1200"/>
              <a:t>3) </a:t>
            </a:r>
            <a:r>
              <a:rPr lang="en-US" altLang="en-US" sz="1200"/>
              <a:t>Oprime “Enviar”</a:t>
            </a:r>
            <a:endParaRPr lang="en-US" altLang="en-US" sz="1200"/>
          </a:p>
          <a:p>
            <a:endParaRPr lang="en-US" altLang="en-US" sz="1200"/>
          </a:p>
          <a:p>
            <a:r>
              <a:rPr lang="es-ES" altLang="en-US" sz="1200"/>
              <a:t>4) </a:t>
            </a:r>
            <a:r>
              <a:rPr lang="en-US" altLang="en-US" sz="1200"/>
              <a:t>La clase Enviar_mensaje valida</a:t>
            </a:r>
            <a:endParaRPr lang="en-US" altLang="en-US" sz="1200"/>
          </a:p>
          <a:p>
            <a:endParaRPr lang="en-US" altLang="en-US" sz="1200"/>
          </a:p>
          <a:p>
            <a:r>
              <a:rPr lang="es-ES" altLang="en-US" sz="1200"/>
              <a:t>5) </a:t>
            </a:r>
            <a:r>
              <a:rPr lang="en-US" altLang="en-US" sz="1200"/>
              <a:t>Se guarda en bandeja de Usuario B</a:t>
            </a:r>
            <a:endParaRPr lang="en-US" altLang="en-US" sz="1200"/>
          </a:p>
          <a:p>
            <a:endParaRPr lang="en-US" altLang="en-US" sz="1200"/>
          </a:p>
          <a:p>
            <a:r>
              <a:rPr lang="es-ES" altLang="en-US" sz="1200"/>
              <a:t>6) </a:t>
            </a:r>
            <a:r>
              <a:rPr lang="en-US" altLang="en-US" sz="1200"/>
              <a:t>Usuario B lo ve al refrescar</a:t>
            </a:r>
            <a:endParaRPr lang="en-US" altLang="en-US" sz="1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Validaciones Implementadas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en-US"/>
              <a:t>Mail único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Nombre único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Comprobación de existencia de usuarios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Campos obligatorios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Manejo básico de excepciones al cargar bandeja</a:t>
            </a:r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Complejidad Algorítmica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en-US"/>
              <a:t>Operaciones clave: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Crear usuario: O(1)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Enviar mensaje: O(1)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Cargar bandeja: O(n) – donde n es # de mensajes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Buscar usuario: O(1) por diccionario</a:t>
            </a:r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en-US"/>
              <a:t>Casos Límite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Enviar a usuario inexistente → “El destinatario no existe.”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Bandeja vacía → “No tienes mensajes nuevos.”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Campos vacíos al crear usuario → mensaje de error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Nombres o mails duplicados → bloqueados</a:t>
            </a:r>
            <a:endParaRPr lang="en-US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Conclusión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r>
              <a:rPr lang="en-US" altLang="en-US" sz="1800"/>
              <a:t>Este proyecto demuestra:</a:t>
            </a:r>
            <a:endParaRPr lang="en-US" altLang="en-US" sz="1800"/>
          </a:p>
          <a:p>
            <a:endParaRPr lang="en-US" altLang="en-US" sz="1800"/>
          </a:p>
          <a:p>
            <a:r>
              <a:rPr lang="en-US" altLang="en-US" sz="1800"/>
              <a:t>Programación Orientada a Objetos</a:t>
            </a:r>
            <a:endParaRPr lang="en-US" altLang="en-US" sz="1800"/>
          </a:p>
          <a:p>
            <a:endParaRPr lang="en-US" altLang="en-US" sz="1800"/>
          </a:p>
          <a:p>
            <a:r>
              <a:rPr lang="en-US" altLang="en-US" sz="1800"/>
              <a:t>Interfaces gráficas con Tkinter</a:t>
            </a:r>
            <a:endParaRPr lang="en-US" altLang="en-US" sz="1800"/>
          </a:p>
          <a:p>
            <a:endParaRPr lang="en-US" altLang="en-US" sz="1800"/>
          </a:p>
          <a:p>
            <a:r>
              <a:rPr lang="en-US" altLang="en-US" sz="1800"/>
              <a:t>Manejo de estructuras de datos</a:t>
            </a:r>
            <a:endParaRPr lang="en-US" altLang="en-US" sz="1800"/>
          </a:p>
          <a:p>
            <a:endParaRPr lang="en-US" altLang="en-US" sz="1800"/>
          </a:p>
          <a:p>
            <a:r>
              <a:rPr lang="en-US" altLang="en-US" sz="1800"/>
              <a:t>Comunicación entre objetos</a:t>
            </a:r>
            <a:endParaRPr lang="en-US" altLang="en-US" sz="1800"/>
          </a:p>
          <a:p>
            <a:endParaRPr lang="en-US" altLang="en-US" sz="1800"/>
          </a:p>
          <a:p>
            <a:r>
              <a:rPr lang="en-US" altLang="en-US" sz="1800"/>
              <a:t>Validaciones y modularidad</a:t>
            </a:r>
            <a:endParaRPr lang="en-US" altLang="en-US" sz="1800"/>
          </a:p>
          <a:p>
            <a:endParaRPr lang="en-US" altLang="en-US" sz="1800"/>
          </a:p>
          <a:p>
            <a:r>
              <a:rPr lang="en-US" altLang="en-US" sz="1800"/>
              <a:t>Es un sistema sólido, funcional y escalable.</a:t>
            </a:r>
            <a:endParaRPr lang="en-US" altLang="en-US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3319</Words>
  <Application>WPS Presentation</Application>
  <PresentationFormat>Widescreen</PresentationFormat>
  <Paragraphs>234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octa. melgarejo</cp:lastModifiedBy>
  <cp:revision>3</cp:revision>
  <dcterms:created xsi:type="dcterms:W3CDTF">2025-07-23T00:59:00Z</dcterms:created>
  <dcterms:modified xsi:type="dcterms:W3CDTF">2025-11-22T00:09:00Z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DAEE4C2C9ED24949A3C2E0D65F77742F_11</vt:lpwstr>
  </property>
  <property fmtid="{D5CDD505-2E9C-101B-9397-08002B2CF9AE}" pid="3" name="KSOProductBuildVer">
    <vt:lpwstr>1033-12.2.0.23155</vt:lpwstr>
  </property>
</Properties>
</file>